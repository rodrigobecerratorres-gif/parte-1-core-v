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64" r:id="rId5"/>
    <p:sldId id="265" r:id="rId6"/>
    <p:sldId id="259" r:id="rId7"/>
    <p:sldId id="260" r:id="rId8"/>
    <p:sldId id="261" r:id="rId9"/>
    <p:sldId id="263" r:id="rId10"/>
    <p:sldId id="26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5EBB4-BD4B-40F2-A152-0860769833D7}" type="datetimeFigureOut">
              <a:rPr lang="es-CL" smtClean="0"/>
              <a:t>05-06-2026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1A5C1-BEBB-40A6-A739-50BA3E57FF5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7759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5EBB4-BD4B-40F2-A152-0860769833D7}" type="datetimeFigureOut">
              <a:rPr lang="es-CL" smtClean="0"/>
              <a:t>05-06-2026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1A5C1-BEBB-40A6-A739-50BA3E57FF5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77108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5EBB4-BD4B-40F2-A152-0860769833D7}" type="datetimeFigureOut">
              <a:rPr lang="es-CL" smtClean="0"/>
              <a:t>05-06-2026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1A5C1-BEBB-40A6-A739-50BA3E57FF5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75977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5EBB4-BD4B-40F2-A152-0860769833D7}" type="datetimeFigureOut">
              <a:rPr lang="es-CL" smtClean="0"/>
              <a:t>05-06-2026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1A5C1-BEBB-40A6-A739-50BA3E57FF5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90048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5EBB4-BD4B-40F2-A152-0860769833D7}" type="datetimeFigureOut">
              <a:rPr lang="es-CL" smtClean="0"/>
              <a:t>05-06-2026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1A5C1-BEBB-40A6-A739-50BA3E57FF5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094643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5EBB4-BD4B-40F2-A152-0860769833D7}" type="datetimeFigureOut">
              <a:rPr lang="es-CL" smtClean="0"/>
              <a:t>05-06-2026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1A5C1-BEBB-40A6-A739-50BA3E57FF5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53501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5EBB4-BD4B-40F2-A152-0860769833D7}" type="datetimeFigureOut">
              <a:rPr lang="es-CL" smtClean="0"/>
              <a:t>05-06-2026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1A5C1-BEBB-40A6-A739-50BA3E57FF5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18452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5EBB4-BD4B-40F2-A152-0860769833D7}" type="datetimeFigureOut">
              <a:rPr lang="es-CL" smtClean="0"/>
              <a:t>05-06-2026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1A5C1-BEBB-40A6-A739-50BA3E57FF5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47242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5EBB4-BD4B-40F2-A152-0860769833D7}" type="datetimeFigureOut">
              <a:rPr lang="es-CL" smtClean="0"/>
              <a:t>05-06-2026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1A5C1-BEBB-40A6-A739-50BA3E57FF5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81440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5EBB4-BD4B-40F2-A152-0860769833D7}" type="datetimeFigureOut">
              <a:rPr lang="es-CL" smtClean="0"/>
              <a:t>05-06-2026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1A5C1-BEBB-40A6-A739-50BA3E57FF5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35541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5EBB4-BD4B-40F2-A152-0860769833D7}" type="datetimeFigureOut">
              <a:rPr lang="es-CL" smtClean="0"/>
              <a:t>05-06-2026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1A5C1-BEBB-40A6-A739-50BA3E57FF57}" type="slidenum">
              <a:rPr lang="es-CL" smtClean="0"/>
              <a:t>‹Nº›</a:t>
            </a:fld>
            <a:endParaRPr lang="es-CL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891493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5EBB4-BD4B-40F2-A152-0860769833D7}" type="datetimeFigureOut">
              <a:rPr lang="es-CL" smtClean="0"/>
              <a:t>05-06-2026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1A5C1-BEBB-40A6-A739-50BA3E57FF5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648792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5EBB4-BD4B-40F2-A152-0860769833D7}" type="datetimeFigureOut">
              <a:rPr lang="es-CL" smtClean="0"/>
              <a:t>05-06-2026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1A5C1-BEBB-40A6-A739-50BA3E57FF57}" type="slidenum">
              <a:rPr lang="es-CL" smtClean="0"/>
              <a:t>‹Nº›</a:t>
            </a:fld>
            <a:endParaRPr lang="es-CL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098800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5EBB4-BD4B-40F2-A152-0860769833D7}" type="datetimeFigureOut">
              <a:rPr lang="es-CL" smtClean="0"/>
              <a:t>05-06-2026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1A5C1-BEBB-40A6-A739-50BA3E57FF5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951386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5EBB4-BD4B-40F2-A152-0860769833D7}" type="datetimeFigureOut">
              <a:rPr lang="es-CL" smtClean="0"/>
              <a:t>05-06-2026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1A5C1-BEBB-40A6-A739-50BA3E57FF5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389715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5EBB4-BD4B-40F2-A152-0860769833D7}" type="datetimeFigureOut">
              <a:rPr lang="es-CL" smtClean="0"/>
              <a:t>05-06-2026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1A5C1-BEBB-40A6-A739-50BA3E57FF5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57894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35EBB4-BD4B-40F2-A152-0860769833D7}" type="datetimeFigureOut">
              <a:rPr lang="es-CL" smtClean="0"/>
              <a:t>05-06-2026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BA1A5C1-BEBB-40A6-A739-50BA3E57FF5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17578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vinothkannaece/mobiles-and-laptop-sales-data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FDD24B-F7E6-5363-A1EB-3EAD441AF7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Proyecto </a:t>
            </a:r>
            <a:r>
              <a:rPr lang="es-ES" dirty="0" err="1"/>
              <a:t>Skillnest</a:t>
            </a:r>
            <a:endParaRPr lang="es-CL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704F6B0-F148-B459-20AC-BD2D2AA0D5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2555" y="4050833"/>
            <a:ext cx="9358604" cy="1556865"/>
          </a:xfrm>
        </p:spPr>
        <p:txBody>
          <a:bodyPr/>
          <a:lstStyle/>
          <a:p>
            <a:pPr algn="ctr"/>
            <a:r>
              <a:rPr lang="es-ES" sz="2000" b="1" i="0" dirty="0">
                <a:solidFill>
                  <a:srgbClr val="1A1B1E"/>
                </a:solidFill>
                <a:effectLst/>
                <a:latin typeface="-apple-system"/>
              </a:rPr>
              <a:t>Visualización para ciencia de datos / Proyecto 1 – Parte V</a:t>
            </a:r>
          </a:p>
          <a:p>
            <a:pPr algn="ctr"/>
            <a:r>
              <a:rPr lang="es-CL" sz="2000" b="1" dirty="0">
                <a:solidFill>
                  <a:schemeClr val="tx1"/>
                </a:solidFill>
                <a:latin typeface="-apple-system"/>
              </a:rPr>
              <a:t>Rodrigo Becerra</a:t>
            </a:r>
          </a:p>
          <a:p>
            <a:pPr algn="ctr"/>
            <a:endParaRPr lang="es-CL" sz="2000" b="1" dirty="0">
              <a:solidFill>
                <a:srgbClr val="CC3366"/>
              </a:solidFill>
              <a:latin typeface="-apple-system"/>
            </a:endParaRP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802579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926CC4-99B7-6309-D5E1-615BEC55D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0" i="0" dirty="0">
                <a:solidFill>
                  <a:srgbClr val="41454F"/>
                </a:solidFill>
                <a:effectLst/>
                <a:latin typeface="-apple-system"/>
              </a:rPr>
              <a:t>Introducción y objetivos del proyecto.</a:t>
            </a:r>
            <a:br>
              <a:rPr lang="es-ES" b="0" i="0" dirty="0">
                <a:solidFill>
                  <a:srgbClr val="41454F"/>
                </a:solidFill>
                <a:effectLst/>
                <a:latin typeface="-apple-system"/>
              </a:rPr>
            </a:b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DCC8467-4F51-3419-510E-47A4BD56F8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ES" dirty="0"/>
              <a:t>Se cargara la Planilla mobile_sales_data.csv del link </a:t>
            </a:r>
            <a:r>
              <a:rPr lang="es-CL" b="0" i="0" u="none" strike="noStrike" dirty="0">
                <a:solidFill>
                  <a:srgbClr val="CC3366"/>
                </a:solidFill>
                <a:effectLst/>
                <a:latin typeface="-apple-system"/>
                <a:hlinkClick r:id="rId2"/>
              </a:rPr>
              <a:t>https://www.kaggle.com/datasets/vinothkannaece/mobiles-and-laptop-sales-data</a:t>
            </a:r>
            <a:endParaRPr lang="es-CL" b="0" i="0" u="none" strike="noStrike" dirty="0">
              <a:solidFill>
                <a:srgbClr val="CC3366"/>
              </a:solidFill>
              <a:effectLst/>
              <a:latin typeface="-apple-system"/>
            </a:endParaRPr>
          </a:p>
          <a:p>
            <a:pPr algn="just"/>
            <a:r>
              <a:rPr lang="es-CL" dirty="0">
                <a:solidFill>
                  <a:schemeClr val="tx1"/>
                </a:solidFill>
                <a:latin typeface="-apple-system"/>
              </a:rPr>
              <a:t>El objetivo es aprender la limpieza de datos, análisis del modelo de datos y la interpretación de los datos a través de una matriz de datos o de la visualización de gráficos</a:t>
            </a:r>
          </a:p>
          <a:p>
            <a:pPr algn="just"/>
            <a:r>
              <a:rPr lang="es-CL" dirty="0">
                <a:solidFill>
                  <a:schemeClr val="tx1"/>
                </a:solidFill>
                <a:latin typeface="-apple-system"/>
              </a:rPr>
              <a:t>Por otro lado crear el repositorio en GitHub y la presentación</a:t>
            </a:r>
            <a:endParaRPr lang="es-CL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84467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DCDE38-150F-FD5A-4774-75D5155B14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91639B9-9769-9A22-C49D-56E83ABA89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L" dirty="0"/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A5CD0B4C-67AD-97D0-1426-4399E0B853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6688642"/>
              </p:ext>
            </p:extLst>
          </p:nvPr>
        </p:nvGraphicFramePr>
        <p:xfrm>
          <a:off x="1677435" y="1389380"/>
          <a:ext cx="8128000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68370054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0359397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s-CL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Variable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L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Descripción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1303596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s-CL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Product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L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Nombre del producto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2530554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s-CL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Brand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L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Marca del producto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7055345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s-CL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Price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L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Precio del producto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8640026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s-CL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Quantity Sold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L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Cantidad vendida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866412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s-CL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Region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L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Región de venta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083463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s-CL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RAM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L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Memoria RAM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120302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s-CL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ROM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L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Almacenamiento ROM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017690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s-CL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SSD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L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Capacidad SSD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979532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s-CL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Inward Date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L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Fecha de ingreso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769980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s-CL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Dispatch Date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L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Fecha de despacho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89152714"/>
                  </a:ext>
                </a:extLst>
              </a:tr>
            </a:tbl>
          </a:graphicData>
        </a:graphic>
      </p:graphicFrame>
      <p:sp>
        <p:nvSpPr>
          <p:cNvPr id="8" name="Título 1">
            <a:extLst>
              <a:ext uri="{FF2B5EF4-FFF2-40B4-BE49-F238E27FC236}">
                <a16:creationId xmlns:a16="http://schemas.microsoft.com/office/drawing/2014/main" id="{CC55A7A2-1CB4-033F-C235-8D8BCB897A4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>
                <a:solidFill>
                  <a:srgbClr val="41454F"/>
                </a:solidFill>
                <a:latin typeface="-apple-system"/>
              </a:rPr>
              <a:t>Estructura de Datos.</a:t>
            </a:r>
            <a:br>
              <a:rPr lang="es-ES" dirty="0">
                <a:solidFill>
                  <a:srgbClr val="41454F"/>
                </a:solidFill>
                <a:latin typeface="-apple-system"/>
              </a:rPr>
            </a:b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0808356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CD94C354-0765-D8B6-5AEB-EECEFEC73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98" y="1473801"/>
            <a:ext cx="2781541" cy="2865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549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3B2901-62EE-0C54-0CC5-F67CEC958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0617" y="19287"/>
            <a:ext cx="9036525" cy="1646302"/>
          </a:xfrm>
        </p:spPr>
        <p:txBody>
          <a:bodyPr/>
          <a:lstStyle/>
          <a:p>
            <a:pPr algn="ctr"/>
            <a:r>
              <a:rPr lang="es-ES" sz="4400" dirty="0">
                <a:solidFill>
                  <a:schemeClr val="tx1"/>
                </a:solidFill>
              </a:rPr>
              <a:t>Carga inicial de archivo</a:t>
            </a:r>
            <a:br>
              <a:rPr lang="es-ES" sz="4400" dirty="0">
                <a:solidFill>
                  <a:schemeClr val="tx1"/>
                </a:solidFill>
              </a:rPr>
            </a:br>
            <a:r>
              <a:rPr lang="es-ES" sz="4400" dirty="0">
                <a:solidFill>
                  <a:schemeClr val="tx1"/>
                </a:solidFill>
              </a:rPr>
              <a:t>Manejo de Nulos</a:t>
            </a:r>
            <a:endParaRPr lang="es-CL" sz="4400" dirty="0">
              <a:solidFill>
                <a:schemeClr val="tx1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EEAE938-BCC7-529E-FD5D-4B18189669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339" y="1848485"/>
            <a:ext cx="2781541" cy="286536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6EB3793-76F2-5FB9-2923-FEDB6BEA0B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6479" y="1848485"/>
            <a:ext cx="2789162" cy="3048264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5377FACC-112C-25B0-2C0E-D6C1B6347FDC}"/>
              </a:ext>
            </a:extLst>
          </p:cNvPr>
          <p:cNvSpPr txBox="1"/>
          <p:nvPr/>
        </p:nvSpPr>
        <p:spPr>
          <a:xfrm>
            <a:off x="149290" y="5397800"/>
            <a:ext cx="94052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b="0" dirty="0">
                <a:solidFill>
                  <a:srgbClr val="82B76C"/>
                </a:solidFill>
                <a:effectLst/>
                <a:latin typeface="Courier New" panose="02070309020205020404" pitchFamily="49" charset="0"/>
              </a:rPr>
              <a:t>Como la columna ('Core </a:t>
            </a:r>
            <a:r>
              <a:rPr lang="es-ES" b="0" dirty="0" err="1">
                <a:solidFill>
                  <a:srgbClr val="82B76C"/>
                </a:solidFill>
                <a:effectLst/>
                <a:latin typeface="Courier New" panose="02070309020205020404" pitchFamily="49" charset="0"/>
              </a:rPr>
              <a:t>Specification</a:t>
            </a:r>
            <a:r>
              <a:rPr lang="es-ES" b="0" dirty="0">
                <a:solidFill>
                  <a:srgbClr val="82B76C"/>
                </a:solidFill>
                <a:effectLst/>
                <a:latin typeface="Courier New" panose="02070309020205020404" pitchFamily="49" charset="0"/>
              </a:rPr>
              <a:t>' )son casi un 50% y son categóricas, se Imputara 'Sin Datos’</a:t>
            </a:r>
          </a:p>
          <a:p>
            <a:pPr algn="just"/>
            <a:r>
              <a:rPr lang="es-ES" b="0" dirty="0">
                <a:solidFill>
                  <a:srgbClr val="82B76C"/>
                </a:solidFill>
                <a:effectLst/>
                <a:latin typeface="Courier New" panose="02070309020205020404" pitchFamily="49" charset="0"/>
              </a:rPr>
              <a:t>La columna '</a:t>
            </a:r>
            <a:r>
              <a:rPr lang="es-CL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SSD</a:t>
            </a:r>
            <a:r>
              <a:rPr lang="es-ES" b="0" dirty="0">
                <a:solidFill>
                  <a:srgbClr val="82B76C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s-CL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s-ES" b="0" dirty="0">
                <a:solidFill>
                  <a:srgbClr val="82B76C"/>
                </a:solidFill>
                <a:effectLst/>
                <a:latin typeface="Courier New" panose="02070309020205020404" pitchFamily="49" charset="0"/>
              </a:rPr>
              <a:t>la ocupare como variable numérica</a:t>
            </a:r>
            <a:endParaRPr lang="es-ES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endParaRPr lang="es-ES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3862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74B9CF-8B51-2F6B-3F29-309CEA793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solidFill>
                  <a:schemeClr val="tx1"/>
                </a:solidFill>
              </a:rPr>
              <a:t>Columnas Creadas para mejorar el análisis.</a:t>
            </a:r>
            <a:endParaRPr lang="es-CL" sz="3200" dirty="0">
              <a:solidFill>
                <a:schemeClr val="tx1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72BC4BB-C1CD-23A3-AED9-87370F031E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Días de demora del despacho</a:t>
            </a:r>
          </a:p>
          <a:p>
            <a:r>
              <a:rPr lang="es-ES" dirty="0"/>
              <a:t>Ventas total</a:t>
            </a:r>
          </a:p>
          <a:p>
            <a:r>
              <a:rPr lang="es-ES" dirty="0"/>
              <a:t>Tipos de Memoria</a:t>
            </a:r>
          </a:p>
          <a:p>
            <a:pPr lvl="1"/>
            <a:r>
              <a:rPr lang="es-ES" dirty="0"/>
              <a:t>RAM</a:t>
            </a:r>
          </a:p>
          <a:p>
            <a:pPr lvl="1"/>
            <a:r>
              <a:rPr lang="es-ES" dirty="0"/>
              <a:t>ROM</a:t>
            </a:r>
          </a:p>
          <a:p>
            <a:pPr lvl="1"/>
            <a:r>
              <a:rPr lang="es-ES" dirty="0"/>
              <a:t>SSD</a:t>
            </a:r>
          </a:p>
          <a:p>
            <a:pPr lvl="1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4611960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7960B8-5628-1EEC-103A-52B678477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rgbClr val="41454F"/>
                </a:solidFill>
                <a:latin typeface="-apple-system"/>
              </a:rPr>
              <a:t>A</a:t>
            </a:r>
            <a:r>
              <a:rPr lang="es-ES" b="0" i="0" dirty="0">
                <a:solidFill>
                  <a:srgbClr val="41454F"/>
                </a:solidFill>
                <a:effectLst/>
                <a:latin typeface="-apple-system"/>
              </a:rPr>
              <a:t>nálisis de correlación y mapa de calor </a:t>
            </a:r>
            <a:endParaRPr lang="es-CL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7980DDF-7AA9-BAA3-B8E3-D5CD531DB112}"/>
              </a:ext>
            </a:extLst>
          </p:cNvPr>
          <p:cNvSpPr txBox="1"/>
          <p:nvPr/>
        </p:nvSpPr>
        <p:spPr>
          <a:xfrm>
            <a:off x="7156580" y="1604865"/>
            <a:ext cx="477727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/>
              <a:t>- El tiempo de despacho no es una variable critica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/>
              <a:t>- La venta de productos de Alto Precio impacta en la Venta total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/>
              <a:t>- El precio es la variable mas fuertes e incide en las venta totales.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/>
              <a:t>- El precio de las memorias no genera independencia del precio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CL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59FA549D-A791-2375-CE79-EF2243A652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520" y="1270000"/>
            <a:ext cx="7000875" cy="561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4327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29633C5D-F4DC-E271-439A-9480601912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975" y="0"/>
            <a:ext cx="103044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0882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74962D24-6898-4D9B-DCB7-93532FA37C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388" y="1571625"/>
            <a:ext cx="11325225" cy="3714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15764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901096-9E92-6F9D-D6B5-74C3B9793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Análisis de los gráficos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C05880-FFF2-7568-0FC5-ECB1CCAECE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ES" sz="1900" b="1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 Zona West tiene mas ventas pero no se ve que área es la que mas venta Notebooks o Celulares</a:t>
            </a:r>
          </a:p>
          <a:p>
            <a:br>
              <a:rPr lang="es-ES" sz="1900" b="1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1900" b="1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Google es la marca que tiene mas ventas y en el grafico de mas abajo de ve que en generar las marcas tienen una venta homogénea entre Notebooks y celulares.</a:t>
            </a:r>
          </a:p>
          <a:p>
            <a:br>
              <a:rPr lang="es-ES" sz="1900" b="1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1900" b="1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 distribución de precios la mediana y la media están casi iguales</a:t>
            </a:r>
          </a:p>
          <a:p>
            <a:br>
              <a:rPr lang="es-ES" sz="1900" b="1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1900" b="1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 mes 8 del año 2023 fue el </a:t>
            </a:r>
            <a:r>
              <a:rPr lang="es-ES" sz="1900" b="1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peak</a:t>
            </a:r>
            <a:r>
              <a:rPr lang="es-ES" sz="1900" b="1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 ventas y en 05-2025 hay una caída de las ventas, puede ser que no hubo mas recolección de datos o hubo un cierre de la tienda de análisis</a:t>
            </a:r>
          </a:p>
          <a:p>
            <a:br>
              <a:rPr lang="es-ES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</a:br>
            <a:endParaRPr lang="es-ES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27917771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44</TotalTime>
  <Words>364</Words>
  <Application>Microsoft Office PowerPoint</Application>
  <PresentationFormat>Panorámica</PresentationFormat>
  <Paragraphs>51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7" baseType="lpstr">
      <vt:lpstr>-apple-system</vt:lpstr>
      <vt:lpstr>Aptos Narrow</vt:lpstr>
      <vt:lpstr>Arial</vt:lpstr>
      <vt:lpstr>Courier New</vt:lpstr>
      <vt:lpstr>Trebuchet MS</vt:lpstr>
      <vt:lpstr>Wingdings 3</vt:lpstr>
      <vt:lpstr>Faceta</vt:lpstr>
      <vt:lpstr>Proyecto Skillnest</vt:lpstr>
      <vt:lpstr>Introducción y objetivos del proyecto. </vt:lpstr>
      <vt:lpstr>Presentación de PowerPoint</vt:lpstr>
      <vt:lpstr>Presentación de PowerPoint</vt:lpstr>
      <vt:lpstr>Carga inicial de archivo Manejo de Nulos</vt:lpstr>
      <vt:lpstr>Columnas Creadas para mejorar el análisis.</vt:lpstr>
      <vt:lpstr>Análisis de correlación y mapa de calor </vt:lpstr>
      <vt:lpstr>Presentación de PowerPoint</vt:lpstr>
      <vt:lpstr>Presentación de PowerPoint</vt:lpstr>
      <vt:lpstr>Análisis de los gráficos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Rodrigo Becerra</dc:creator>
  <cp:lastModifiedBy>Rodrigo Becerra</cp:lastModifiedBy>
  <cp:revision>3</cp:revision>
  <dcterms:created xsi:type="dcterms:W3CDTF">2026-05-15T21:43:59Z</dcterms:created>
  <dcterms:modified xsi:type="dcterms:W3CDTF">2026-06-06T01:10:37Z</dcterms:modified>
</cp:coreProperties>
</file>